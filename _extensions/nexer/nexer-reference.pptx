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125" r:id="rId1"/>
  </p:sldMasterIdLst>
  <p:notesMasterIdLst>
    <p:notesMasterId r:id="rId2"/>
  </p:notesMasterIdLst>
  <p:sldIdLst/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vsnitt" id="{A587BF23-51AF-0744-8E10-7B8CF04D5E2A}">
          <p14:sldIdLst>
            <p14:sldId id="268"/>
            <p14:sldId id="257"/>
            <p14:sldId id="261"/>
            <p14:sldId id="2147483632"/>
            <p14:sldId id="2147481937"/>
            <p14:sldId id="2147481955"/>
            <p14:sldId id="2147481944"/>
          </p14:sldIdLst>
        </p14:section>
        <p14:section name="Who we are " id="{B102418A-0C4F-415F-94C4-CECE808B00A3}">
          <p14:sldIdLst>
            <p14:sldId id="2147481924"/>
            <p14:sldId id="2147481925"/>
            <p14:sldId id="2147481951"/>
            <p14:sldId id="2147481960"/>
            <p14:sldId id="2147481927"/>
            <p14:sldId id="2147481961"/>
            <p14:sldId id="2147481959"/>
            <p14:sldId id="279"/>
            <p14:sldId id="277"/>
          </p14:sldIdLst>
        </p14:section>
        <p14:section name="Why we exist" id="{4F962F35-E5C3-4F5C-83D0-8AF86528C642}">
          <p14:sldIdLst>
            <p14:sldId id="2147481921"/>
            <p14:sldId id="2147481958"/>
          </p14:sldIdLst>
        </p14:section>
        <p14:section name="CASE" id="{C910C246-DD07-9245-9130-D1A1BAE05442}">
          <p14:sldIdLst>
            <p14:sldId id="2147481957"/>
          </p14:sldIdLst>
        </p14:section>
        <p14:section name="Impact &amp; Responsiibility" id="{73487E67-E48C-1143-9F2B-2B131909096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746A"/>
    <a:srgbClr val="887065"/>
    <a:srgbClr val="FFFFFF"/>
    <a:srgbClr val="EB611C"/>
    <a:srgbClr val="F2F2F2"/>
    <a:srgbClr val="263040"/>
    <a:srgbClr val="E30609"/>
    <a:srgbClr val="FFCD00"/>
    <a:srgbClr val="78C7C9"/>
    <a:srgbClr val="80B9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04" autoAdjust="0"/>
  </p:normalViewPr>
  <p:slideViewPr>
    <p:cSldViewPr snapToGrid="0">
      <p:cViewPr>
        <p:scale>
          <a:sx n="57" d="100"/>
          <a:sy n="57" d="100"/>
        </p:scale>
        <p:origin x="43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FK Grotesk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FK Grotesk" pitchFamily="2" charset="0"/>
              </a:defRPr>
            </a:lvl1pPr>
          </a:lstStyle>
          <a:p>
            <a:fld id="{8D5A6B36-F7E1-4822-B921-0C1A0353B7DF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FK Grotesk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FK Grotesk" pitchFamily="2" charset="0"/>
              </a:defRPr>
            </a:lvl1pPr>
          </a:lstStyle>
          <a:p>
            <a:fld id="{6B210B27-25CD-4A2A-9A14-17223C7C3B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718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FK Grotesk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FK Grotesk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FK Grotesk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FK Grotesk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FK Grotesk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tire&#10;&#10;Description automatically generated with low confidence">
            <a:extLst>
              <a:ext uri="{FF2B5EF4-FFF2-40B4-BE49-F238E27FC236}">
                <a16:creationId xmlns:a16="http://schemas.microsoft.com/office/drawing/2014/main" id="{1FF5859B-9803-E74A-9B20-055ED0FB5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shållare för text 21">
            <a:extLst>
              <a:ext uri="{FF2B5EF4-FFF2-40B4-BE49-F238E27FC236}">
                <a16:creationId xmlns:a16="http://schemas.microsoft.com/office/drawing/2014/main" id="{9454D91F-BA72-964D-9BA2-D4FC45042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4068604"/>
            <a:ext cx="6552413" cy="738664"/>
          </a:xfrm>
          <a:prstGeom prst="rect">
            <a:avLst/>
          </a:prstGeom>
          <a:noFill/>
        </p:spPr>
        <p:txBody>
          <a:bodyPr wrap="none" lIns="36000" tIns="0" rIns="144000" bIns="0" anchor="b" anchorCtr="0">
            <a:normAutofit/>
          </a:bodyPr>
          <a:lstStyle>
            <a:lvl1pPr>
              <a:lnSpc>
                <a:spcPct val="80000"/>
              </a:lnSpc>
              <a:defRPr sz="4000" b="0" i="0" cap="all" spc="-15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 err="1"/>
              <a:t>title</a:t>
            </a:r>
            <a:endParaRPr lang="sv-SE"/>
          </a:p>
        </p:txBody>
      </p:sp>
      <p:sp>
        <p:nvSpPr>
          <p:cNvPr id="4" name="Platshållare för text 27">
            <a:extLst>
              <a:ext uri="{FF2B5EF4-FFF2-40B4-BE49-F238E27FC236}">
                <a16:creationId xmlns:a16="http://schemas.microsoft.com/office/drawing/2014/main" id="{FB212C28-F249-3A42-A43B-A362394FA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70743"/>
            <a:ext cx="6552414" cy="646331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  <a:ea typeface="STHupo" panose="020B0503020204020204" pitchFamily="2" charset="-122"/>
                <a:cs typeface="Arial" panose="020B0604020202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sv-SE" err="1"/>
              <a:t>Lorem</a:t>
            </a:r>
            <a:r>
              <a:rPr lang="sv-SE"/>
              <a:t> </a:t>
            </a:r>
            <a:r>
              <a:rPr lang="sv-SE" err="1"/>
              <a:t>ipsum</a:t>
            </a:r>
            <a:r>
              <a:rPr lang="sv-SE"/>
              <a:t> </a:t>
            </a:r>
            <a:r>
              <a:rPr lang="sv-SE" err="1"/>
              <a:t>dolor</a:t>
            </a:r>
            <a:r>
              <a:rPr lang="sv-SE"/>
              <a:t> </a:t>
            </a:r>
            <a:r>
              <a:rPr lang="sv-SE" err="1"/>
              <a:t>sit</a:t>
            </a:r>
            <a:r>
              <a:rPr lang="sv-SE"/>
              <a:t> </a:t>
            </a:r>
            <a:r>
              <a:rPr lang="sv-SE" err="1"/>
              <a:t>amet</a:t>
            </a:r>
            <a:r>
              <a:rPr lang="sv-SE"/>
              <a:t>, </a:t>
            </a:r>
            <a:r>
              <a:rPr lang="sv-SE" err="1"/>
              <a:t>consectetur</a:t>
            </a:r>
            <a:r>
              <a:rPr lang="sv-SE"/>
              <a:t> </a:t>
            </a:r>
            <a:r>
              <a:rPr lang="sv-SE" err="1"/>
              <a:t>adipiscing</a:t>
            </a:r>
            <a:r>
              <a:rPr lang="sv-SE"/>
              <a:t> elit, sed do </a:t>
            </a:r>
            <a:r>
              <a:rPr lang="sv-SE" err="1"/>
              <a:t>eiusmod</a:t>
            </a:r>
            <a:r>
              <a:rPr lang="sv-SE"/>
              <a:t> </a:t>
            </a:r>
            <a:r>
              <a:rPr lang="sv-SE" err="1"/>
              <a:t>tempor</a:t>
            </a:r>
            <a:r>
              <a:rPr lang="sv-SE"/>
              <a:t> </a:t>
            </a:r>
            <a:r>
              <a:rPr lang="sv-SE" err="1"/>
              <a:t>incididunt</a:t>
            </a:r>
            <a:r>
              <a:rPr lang="sv-SE"/>
              <a:t> ut </a:t>
            </a:r>
            <a:r>
              <a:rPr lang="sv-SE" err="1"/>
              <a:t>labore</a:t>
            </a:r>
            <a:r>
              <a:rPr lang="sv-SE"/>
              <a:t> .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C6840A20-079D-3147-A650-4D78964BAB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0521" y="6343189"/>
            <a:ext cx="1134696" cy="251376"/>
          </a:xfrm>
          <a:prstGeom prst="rect">
            <a:avLst/>
          </a:prstGeom>
        </p:spPr>
      </p:pic>
      <p:sp>
        <p:nvSpPr>
          <p:cNvPr id="90" name="Date Placeholder 90"/>
          <p:cNvSpPr>
            <a:spLocks noGrp="1"/>
          </p:cNvSpPr>
          <p:nvPr>
            <p:ph type="dt" sz="half" idx="10"/>
          </p:nvPr>
        </p:nvSpPr>
        <p:spPr>
          <a:xfrm>
            <a:off x="838200" y="6250000"/>
            <a:ext cx="6552414" cy="330000"/>
          </a:xfrm>
        </p:spPr>
        <p:txBody>
          <a:bodyPr>
            <a:norm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40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text 2">
            <a:extLst>
              <a:ext uri="{FF2B5EF4-FFF2-40B4-BE49-F238E27FC236}">
                <a16:creationId xmlns:a16="http://schemas.microsoft.com/office/drawing/2014/main" id="{C52339A3-B7E6-484B-AA37-B68A7F41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5469"/>
            <a:ext cx="10515600" cy="906293"/>
          </a:xfrm>
          <a:prstGeom prst="rect">
            <a:avLst/>
          </a:prstGeom>
        </p:spPr>
        <p:txBody>
          <a:bodyPr lIns="36000">
            <a:no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sv-SE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74FCA-98AF-1F47-B6BD-3AD36BA18D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822267"/>
            <a:ext cx="10515600" cy="4352400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49390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ar tire&#10;&#10;Description automatically generated with low confidence">
            <a:extLst>
              <a:ext uri="{FF2B5EF4-FFF2-40B4-BE49-F238E27FC236}">
                <a16:creationId xmlns:a16="http://schemas.microsoft.com/office/drawing/2014/main" id="{FFA802C1-DB76-A14E-8643-F592F48C2E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shållare för text 21">
            <a:extLst>
              <a:ext uri="{FF2B5EF4-FFF2-40B4-BE49-F238E27FC236}">
                <a16:creationId xmlns:a16="http://schemas.microsoft.com/office/drawing/2014/main" id="{9837D845-DD49-6E43-A8EE-F09BEAF1C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068604"/>
            <a:ext cx="6552413" cy="738664"/>
          </a:xfrm>
          <a:prstGeom prst="rect">
            <a:avLst/>
          </a:prstGeom>
          <a:noFill/>
        </p:spPr>
        <p:txBody>
          <a:bodyPr wrap="square" lIns="36000" tIns="0" rIns="144000" bIns="0" anchor="b" anchorCtr="0">
            <a:noAutofit/>
          </a:bodyPr>
          <a:lstStyle>
            <a:lvl1pPr>
              <a:lnSpc>
                <a:spcPct val="80000"/>
              </a:lnSpc>
              <a:defRPr sz="6000" b="0" i="0" cap="all" spc="-15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 err="1"/>
              <a:t>title</a:t>
            </a:r>
            <a:endParaRPr lang="sv-SE"/>
          </a:p>
        </p:txBody>
      </p:sp>
      <p:sp>
        <p:nvSpPr>
          <p:cNvPr id="4" name="Platshållare för text 27">
            <a:extLst>
              <a:ext uri="{FF2B5EF4-FFF2-40B4-BE49-F238E27FC236}">
                <a16:creationId xmlns:a16="http://schemas.microsoft.com/office/drawing/2014/main" id="{1B9D6D4C-0FBD-5C48-92BC-D627378A06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5170743"/>
            <a:ext cx="6552414" cy="646331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+mn-lt"/>
                <a:ea typeface="STHupo" panose="020B0503020204020204" pitchFamily="2" charset="-122"/>
                <a:cs typeface="Arial" panose="020B0604020202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sv-SE" err="1"/>
              <a:t>Lorem</a:t>
            </a:r>
            <a:r>
              <a:rPr lang="sv-SE"/>
              <a:t> </a:t>
            </a:r>
            <a:r>
              <a:rPr lang="sv-SE" err="1"/>
              <a:t>ipsum</a:t>
            </a:r>
            <a:r>
              <a:rPr lang="sv-SE"/>
              <a:t> </a:t>
            </a:r>
            <a:r>
              <a:rPr lang="sv-SE" err="1"/>
              <a:t>dolor</a:t>
            </a:r>
            <a:r>
              <a:rPr lang="sv-SE"/>
              <a:t> </a:t>
            </a:r>
            <a:r>
              <a:rPr lang="sv-SE" err="1"/>
              <a:t>sit</a:t>
            </a:r>
            <a:r>
              <a:rPr lang="sv-SE"/>
              <a:t> </a:t>
            </a:r>
            <a:r>
              <a:rPr lang="sv-SE" err="1"/>
              <a:t>amet</a:t>
            </a:r>
            <a:r>
              <a:rPr lang="sv-SE"/>
              <a:t>, </a:t>
            </a:r>
            <a:r>
              <a:rPr lang="sv-SE" err="1"/>
              <a:t>consectetur</a:t>
            </a:r>
            <a:r>
              <a:rPr lang="sv-SE"/>
              <a:t> </a:t>
            </a:r>
            <a:r>
              <a:rPr lang="sv-SE" err="1"/>
              <a:t>adipiscing</a:t>
            </a:r>
            <a:r>
              <a:rPr lang="sv-SE"/>
              <a:t> elit, sed do </a:t>
            </a:r>
            <a:r>
              <a:rPr lang="sv-SE" err="1"/>
              <a:t>eiusmod</a:t>
            </a:r>
            <a:r>
              <a:rPr lang="sv-SE"/>
              <a:t> </a:t>
            </a:r>
            <a:r>
              <a:rPr lang="sv-SE" err="1"/>
              <a:t>tempor</a:t>
            </a:r>
            <a:r>
              <a:rPr lang="sv-SE"/>
              <a:t> </a:t>
            </a:r>
            <a:r>
              <a:rPr lang="sv-SE" err="1"/>
              <a:t>incididunt</a:t>
            </a:r>
            <a:r>
              <a:rPr lang="sv-SE"/>
              <a:t> ut </a:t>
            </a:r>
            <a:r>
              <a:rPr lang="sv-SE" err="1"/>
              <a:t>labore</a:t>
            </a:r>
            <a:r>
              <a:rPr lang="sv-SE"/>
              <a:t> .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8B689C16-BA19-824C-B05E-DEDA99FA0F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0521" y="6343189"/>
            <a:ext cx="1134696" cy="25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9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90E5C1A7-1E68-8A45-B4BA-8BA3A1A8E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5469"/>
            <a:ext cx="10520152" cy="906293"/>
          </a:xfrm>
          <a:prstGeom prst="rect">
            <a:avLst/>
          </a:prstGeom>
        </p:spPr>
        <p:txBody>
          <a:bodyPr lIns="36000">
            <a:no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sv-SE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8C5E4-3F93-214F-B4BD-CE35B0E717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3648" y="1824563"/>
            <a:ext cx="5040000" cy="4352400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046F73-F7F6-1641-9CAB-8216D24B64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13323" y="1824563"/>
            <a:ext cx="5040000" cy="4352400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2269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655469"/>
            <a:ext cx="10515600" cy="906293"/>
          </a:xfrm>
        </p:spPr>
        <p:txBody>
          <a:bodyPr>
            <a:norm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2"/>
          </p:nvPr>
        </p:nvSpPr>
        <p:spPr>
          <a:xfrm>
            <a:off x="838200" y="1822267"/>
            <a:ext cx="5040000" cy="500000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38200" y="2402267"/>
            <a:ext cx="5040000" cy="3772400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3" name="Text Placeholder 4"/>
          <p:cNvSpPr>
            <a:spLocks noGrp="1"/>
          </p:cNvSpPr>
          <p:nvPr>
            <p:ph type="body" idx="14"/>
          </p:nvPr>
        </p:nvSpPr>
        <p:spPr>
          <a:xfrm>
            <a:off x="6313800" y="1822267"/>
            <a:ext cx="5040000" cy="500000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4" name="Content Placeholder 5"/>
          <p:cNvSpPr>
            <a:spLocks noGrp="1"/>
          </p:cNvSpPr>
          <p:nvPr>
            <p:ph sz="quarter" idx="15"/>
          </p:nvPr>
        </p:nvSpPr>
        <p:spPr>
          <a:xfrm>
            <a:off x="6313800" y="2402267"/>
            <a:ext cx="5040000" cy="3772400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94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655469"/>
            <a:ext cx="10515600" cy="906293"/>
          </a:xfrm>
        </p:spPr>
        <p:txBody>
          <a:bodyPr>
            <a:norm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>
          <a:xfrm>
            <a:off x="838200" y="1822267"/>
            <a:ext cx="10515600" cy="800000"/>
          </a:xfrm>
        </p:spPr>
        <p:txBody>
          <a:bodyPr>
            <a:normAutofit/>
          </a:bodyPr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1"/>
          </p:nvPr>
        </p:nvSpPr>
        <p:spPr>
          <a:xfrm>
            <a:off x="838200" y="2702267"/>
            <a:ext cx="10515600" cy="3472400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90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835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476CFF42-A179-8B4D-95C0-9AD2822D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61654" y="616527"/>
            <a:ext cx="9268691" cy="562494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defRPr sz="4400" b="0" i="0" cap="all" spc="-15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LOREM IPSUM DOLOR SIT AMET, CONSECTETUR ELIT. NULLAM VEL SAPIEN TORTOR. DUIS MI ENIM, MAXIMUS MAXIMUS DIAM EU, TINCIDUNT ORNARE ANTE.</a:t>
            </a:r>
          </a:p>
        </p:txBody>
      </p:sp>
    </p:spTree>
    <p:extLst>
      <p:ext uri="{BB962C8B-B14F-4D97-AF65-F5344CB8AC3E}">
        <p14:creationId xmlns:p14="http://schemas.microsoft.com/office/powerpoint/2010/main" val="4166920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hre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4E1D95EF-B766-7C42-B372-25DBE953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5469"/>
            <a:ext cx="10520152" cy="906293"/>
          </a:xfrm>
          <a:prstGeom prst="rect">
            <a:avLst/>
          </a:prstGeom>
        </p:spPr>
        <p:txBody>
          <a:bodyPr lIns="36000">
            <a:no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sv-SE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19EC1-1571-B146-A4DE-CF2E14F018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25502"/>
            <a:ext cx="3420000" cy="4351338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92B7093-2395-6148-B7C5-415DBD7742D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81508" y="1825502"/>
            <a:ext cx="3420000" cy="4351338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5FE757-1044-E84E-BB87-BE6B855E7BC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24814" y="1825502"/>
            <a:ext cx="3420000" cy="4351338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7745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One column, imag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3">
            <a:extLst>
              <a:ext uri="{FF2B5EF4-FFF2-40B4-BE49-F238E27FC236}">
                <a16:creationId xmlns:a16="http://schemas.microsoft.com/office/drawing/2014/main" id="{791BB009-57D1-8749-870C-ED079AF106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68896" y="0"/>
            <a:ext cx="5023104" cy="6858000"/>
          </a:xfrm>
          <a:prstGeom prst="rect">
            <a:avLst/>
          </a:prstGeom>
          <a:noFill/>
        </p:spPr>
        <p:txBody>
          <a:bodyPr/>
          <a:lstStyle>
            <a:lvl1pPr>
              <a:defRPr b="0" i="0">
                <a:noFill/>
                <a:latin typeface="FK Grotesk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5" name="Platshållare för text 2">
            <a:extLst>
              <a:ext uri="{FF2B5EF4-FFF2-40B4-BE49-F238E27FC236}">
                <a16:creationId xmlns:a16="http://schemas.microsoft.com/office/drawing/2014/main" id="{2F77F865-38CF-5543-8DFD-81E14BFD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5469"/>
            <a:ext cx="5862403" cy="906293"/>
          </a:xfrm>
          <a:prstGeom prst="rect">
            <a:avLst/>
          </a:prstGeom>
        </p:spPr>
        <p:txBody>
          <a:bodyPr lIns="36000">
            <a:no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sv-SE"/>
              <a:t>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670AD5-D462-C446-82FC-2528CFD6000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822542"/>
            <a:ext cx="5860800" cy="4352400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17962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One column, imag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3">
            <a:extLst>
              <a:ext uri="{FF2B5EF4-FFF2-40B4-BE49-F238E27FC236}">
                <a16:creationId xmlns:a16="http://schemas.microsoft.com/office/drawing/2014/main" id="{59899D3B-B9FE-8349-B41F-8AF964CF6EF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023104" cy="6858000"/>
          </a:xfrm>
          <a:prstGeom prst="rect">
            <a:avLst/>
          </a:prstGeom>
          <a:noFill/>
        </p:spPr>
        <p:txBody>
          <a:bodyPr/>
          <a:lstStyle>
            <a:lvl1pPr>
              <a:defRPr b="0" i="0">
                <a:noFill/>
                <a:latin typeface="FK Grotesk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BF6E5FEB-7224-8447-9E9A-A95EDC09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3626" y="655469"/>
            <a:ext cx="5862403" cy="906293"/>
          </a:xfrm>
          <a:prstGeom prst="rect">
            <a:avLst/>
          </a:prstGeom>
        </p:spPr>
        <p:txBody>
          <a:bodyPr lIns="36000">
            <a:noAutofit/>
          </a:bodyPr>
          <a:lstStyle>
            <a:lvl1pPr algn="l">
              <a:defRPr sz="2600" b="0" cap="none" spc="-3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sv-SE"/>
              <a:t>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69513ED-D541-C541-881C-EA37510959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43626" y="1822542"/>
            <a:ext cx="5860800" cy="4352400"/>
          </a:xfrm>
        </p:spPr>
        <p:txBody>
          <a:bodyPr>
            <a:normAutofit/>
          </a:bodyPr>
          <a:lstStyle>
            <a:lvl1pPr>
              <a:defRPr sz="18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800" b="0" i="0">
                <a:latin typeface="+mn-lt"/>
              </a:defRPr>
            </a:lvl3pPr>
            <a:lvl4pPr>
              <a:defRPr sz="1600" b="0" i="0">
                <a:latin typeface="+mn-lt"/>
              </a:defRPr>
            </a:lvl4pPr>
            <a:lvl5pPr>
              <a:defRPr sz="1600" b="0" i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0695227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Logo" Type="http://schemas.openxmlformats.org/officeDocument/2006/relationships/image" Target="../media/image20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/>
          <p:cNvPicPr>
            <a:picLocks noChangeAspect="1"/>
          </p:cNvPicPr>
          <p:nvPr userDrawn="1"/>
        </p:nvPicPr>
        <p:blipFill>
          <a:blip r:embed="rIdLogo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0521" y="6343189"/>
            <a:ext cx="1134696" cy="2513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CDFC1B9-1CE8-E441-BD7D-A0505FC55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3600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244E26-3012-2640-B8E0-ED440E67B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707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1" r:id="rId1"/>
    <p:sldLayoutId id="2147484002" r:id="rId2"/>
    <p:sldLayoutId id="2147484003" r:id="rId3"/>
    <p:sldLayoutId id="2147484004" r:id="rId4"/>
    <p:sldLayoutId id="2147484005" r:id="rId5"/>
    <p:sldLayoutId id="2147484006" r:id="rId6"/>
    <p:sldLayoutId id="2147484007" r:id="rId7"/>
    <p:sldLayoutId id="2147484008" r:id="rId8"/>
    <p:sldLayoutId id="2147484009" r:id="rId9"/>
    <p:sldLayoutId id="2147484010" r:id="rId10"/>
    <p:sldLayoutId id="214748401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-150">
          <a:solidFill>
            <a:schemeClr val="tx1"/>
          </a:solidFill>
          <a:latin typeface="+mj-lt"/>
          <a:ea typeface="Bw Gradual" pitchFamily="2" charset="77"/>
          <a:cs typeface="Bw Gradual" pitchFamily="2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+mn-lt"/>
          <a:ea typeface="FK Grotesk" pitchFamily="2" charset="0"/>
          <a:cs typeface="Arial" panose="020B0604020202020204" pitchFamily="34" charset="0"/>
        </a:defRPr>
      </a:lvl1pPr>
      <a:lvl2pPr marL="432000" indent="-216000" algn="l" defTabSz="914400" rtl="0" eaLnBrk="1" latinLnBrk="0" hangingPunct="1">
        <a:lnSpc>
          <a:spcPct val="10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FK Grotesk" pitchFamily="2" charset="0"/>
          <a:cs typeface="Arial" panose="020B0604020202020204" pitchFamily="34" charset="0"/>
        </a:defRPr>
      </a:lvl2pPr>
      <a:lvl3pPr marL="792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152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512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304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Dark background">
  <a:themeElements>
    <a:clrScheme name="Nexer colors">
      <a:dk1>
        <a:srgbClr val="000000"/>
      </a:dk1>
      <a:lt1>
        <a:srgbClr val="FFFFFF"/>
      </a:lt1>
      <a:dk2>
        <a:srgbClr val="5A1F9F"/>
      </a:dk2>
      <a:lt2>
        <a:srgbClr val="F0F0F0"/>
      </a:lt2>
      <a:accent1>
        <a:srgbClr val="AA4BF4"/>
      </a:accent1>
      <a:accent2>
        <a:srgbClr val="D9E6F0"/>
      </a:accent2>
      <a:accent3>
        <a:srgbClr val="FF5028"/>
      </a:accent3>
      <a:accent4>
        <a:srgbClr val="FFFFFF"/>
      </a:accent4>
      <a:accent5>
        <a:srgbClr val="FF875A"/>
      </a:accent5>
      <a:accent6>
        <a:srgbClr val="C8C8C8"/>
      </a:accent6>
      <a:hlink>
        <a:srgbClr val="FFFFFF"/>
      </a:hlink>
      <a:folHlink>
        <a:srgbClr val="5A1F9F"/>
      </a:folHlink>
    </a:clrScheme>
    <a:fontScheme name="Nexer fonts">
      <a:majorFont>
        <a:latin typeface="Bw Gradual"/>
        <a:ea typeface=""/>
        <a:cs typeface=""/>
      </a:majorFont>
      <a:minorFont>
        <a:latin typeface="FK Grotes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043441A-73C7-4EC9-BBA5-866E1E155577}" vid="{F3EC13FF-176D-4986-BD1F-0896B7644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0</Slides>
  <Company>Nexer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Maja Härnqvist</dc:creator>
  <cp:lastModifiedBy>Ann Halvorsen</cp:lastModifiedBy>
  <cp:revision>2</cp:revision>
  <cp:lastPrinted>2025-06-25T08:25:48Z</cp:lastPrinted>
  <dcterms:created xsi:type="dcterms:W3CDTF">2021-04-12T12:52:50Z</dcterms:created>
  <dcterms:modified xsi:type="dcterms:W3CDTF">2026-01-29T09:23:53Z</dcterms:modified>
</cp:coreProperties>
</file>